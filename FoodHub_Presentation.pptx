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FOODHUB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7FAFC"/>
                </a:solidFill>
              </a:defRPr>
            </a:pPr>
            <a:r>
              <a:t>Restaurant Billing &amp;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7FAFC"/>
                </a:solidFill>
              </a:defRPr>
            </a:pPr>
            <a:r>
              <a:t>Presented: December 09,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Project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System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Key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Technology Stack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Database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System Diagrams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Functional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Demo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FoodHub: A professional restaurant management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Objectives: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Streamline restaurant operations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Provide secure admin interface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Manage menu, orders, and customers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Generate sales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Status: Development Complete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Three-Tier MVC (Model-View-Controller) Pattern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Presentation Layer: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HTML5 Templates, CSS3 Styling, Jinja2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Business Logic Layer: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Flask Framework, Routing, Validation, Sessions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 Layer: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SQLite Database, CRUD Operations,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Backend: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Flask 3.1.2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Python 3.13.7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SQLite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Server: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Gunicorn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WSGI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HTML5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CSS3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Bootstrap 5.3.3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Architecture: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MVC Pattern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RESTful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Secure Admin Authentication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With session management and login protection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Menu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Add, view, and delete menu items with pricing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Order Processing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Create orders with automatic total calculation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Customer Database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Manage customer information and contacts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Sales Analytics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Real-time reporting and performance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 Normalized Tables: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ADMIN - User authentication and credentials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MENU - Menu items and pricing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ORDERS - Customer orders and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CUSTOMERS - Customer information and contacts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SALES - Sales aggregates and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Primary and Foreign Keys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Referential Integrity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Auto-increment IDs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Timestamp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Authentication (FR-1 to FR-4)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Admin Login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Session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Route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Logout Functionality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Menu Management (FR-5 to FR-8)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Add Menu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View Menu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Delete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Input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Order Management (FR-9 to FR-12)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Create Orders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Calculate Totals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View Order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Delete Orders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Customer &amp; Reports (FR-13 to FR-20)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Add Customers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View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Sales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Clear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Page load &lt; 2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DB queries &lt; 500ms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Support 10+ concurrent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Session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Input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Cache control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Usability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Intuitive navigation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Clear error messages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Confirmation dialogs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Reliability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99% uptime target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Daily backups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Data integrity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SYSTEM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 Comprehensive Architecture Diagrams: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System Architecture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Three-tier architecture with component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Use Case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Admin actors and system use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Database Schema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Database tables, fields, and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Data Flow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Information movement through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Sequence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Step-by-step interaction sequences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Component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System components and dependencies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7. State Diagram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System states and transitions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15 RESTful Endpoints: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Authentication: / , /admin_login, /logout, /admin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Menu: /menu, /add_item, /delete_item/&lt;id&gt;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Orders: /order, /add_order, /delete_order/&lt;id&gt;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Customers: /customers, /add_customer, /delete_customer/&lt;id&gt;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Reports: /reports, /clear_reports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All endpoints protected with session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Authentication &amp; Authorization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Secure login with session tokens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Login required decorator on routes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 Protection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Password hashing (not plain text)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Input validation (SQL injection prevention)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Cache control headers (no sensitive data caching)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Error Handling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Graceful error messages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Try-except blocks for database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Best Practices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Parameterized SQL queries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CSRF protection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Confirmation dialogs for deletions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Welcome Message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'Your restaurant dashboard is ready.'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Real-Time Statistics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Menu Items (Unlimited)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Performance (Live tracking)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Control (100% admin access)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Quick Access Modules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Manage Menu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Manage Orders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Manage Customers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View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Professional UI with gradient themes and responsive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DEPLOYMENT &amp;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Render Platform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Automatic deployments from GitHub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Environment variable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Custom domain support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Auto-scaling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Requirements: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Python 3.7+ runtime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Flask dependencies (requirements.txt)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SQLite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Status: Ready for production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2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Multi-user support with role-based access (RBAC)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Customer dashboard for order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SMS/Email notification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Payment gateway integration (Stripe, PayPal)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Advanced analytics with charts and graphs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Inventory management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Table reservation module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Mobile application (iOS/Android)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Cloud deployment with auto-scaling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Real-time WebSocket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Code Statistics: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Lines of Code: 500+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Python Modules: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HTML Templates: 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CSS Files: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Database Tables: 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Documentation: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SRS Document: 15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System Diagrams: 7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Requirements Coverage: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Functional: 20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Non-Functional: 5 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Testing: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Manual testing: All modules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Input validation: 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Security testing: Passed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Performance: Verified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Status: Production Ready 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CONSTRAINTS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Current Version Limitations: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Single admin user (multi-user in future release)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Local SQLite database (not distributed)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payment gateway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email notification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Single-server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customer-facing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Workarounds &amp; Solutions: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Planned multi-user support in Phase 2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Database migration tools prepared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Modular architecture supports payments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Email system ready for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FoodHub is a professional, well-architected restaurant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management system built with modern technology stack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and industry best practices.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Achievements: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Three-tier MVC architecture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20 functional requirements implemented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Complete security features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Professional UI/UX design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Comprehensive documentation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✓ Production-ready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Ready for deployment and immediate use!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7FAFC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